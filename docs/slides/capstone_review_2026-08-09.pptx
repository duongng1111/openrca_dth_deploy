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DTH OpenRCA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EVIDENCE-FIRST CAPSTONE REVIEW</a:t>
            </a:r>
            <a:br/>
            <a:br/>
            <a:r>
              <a:t>Root-cause analysis on the OpenRCA Market / cloudbed-1 system</a:t>
            </a:r>
            <a:br/>
            <a:br/>
            <a:r>
              <a:t>Team: DTH</a:t>
            </a:r>
            <a:br/>
            <a:r>
              <a:t>Review branch: codex/dth-capstone-review-2026-08-09</a:t>
            </a:r>
            <a:br/>
            <a:r>
              <a:t>Evidence freeze target: 15 August 2026</a:t>
            </a:r>
            <a:br/>
            <a:br/>
            <a:r>
              <a:t>“Current claim: the repaired mock, metric-only loader, and multimodal full”</a:t>
            </a:r>
            <a:br/>
            <a:r>
              <a:t>“pipeline are reproducible locally. One controlled Gemini/database case localized”</a:t>
            </a:r>
            <a:br/>
            <a:r>
              <a:t>“the labeled replica, but no multi-case accuracy result exists yet.”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Problem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Given an incident from Jira plus Market metrics, logs, and traces:</a:t>
            </a:r>
            <a:br/>
            <a:br/>
            <a:r>
              <a:t>1. identify the root-cause component;</a:t>
            </a:r>
            <a:br/>
            <a:r>
              <a:t>2. explain the failure reason with evidence;</a:t>
            </a:r>
            <a:br/>
            <a:r>
              <a:t>3. report occurrence time when the question requires it;</a:t>
            </a:r>
            <a:br/>
            <a:r>
              <a:t>4. preserve the investigation and result safely.</a:t>
            </a:r>
            <a:br/>
            <a:br/>
            <a:r>
              <a:t>Final evaluation should report top-1/top-3 component accuracy, reason accuracy,</a:t>
            </a:r>
            <a:br/>
            <a:r>
              <a:t>timestamp correctness, denominator, failures, latency, and LLM cost if Gemini is</a:t>
            </a:r>
            <a:br/>
            <a:r>
              <a:t>in the measured path.</a:t>
            </a:r>
            <a:br/>
            <a:br/>
            <a:r>
              <a:t>A successful mock run or Jira connection is not real-case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1. Get the Data — verified server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133856"/>
          <a:ext cx="10835640" cy="3767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7091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Verified state on 9 Aug 2026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Market cloudbed-1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2022-03-20 and 2022-03-21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Files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20 total telemetry/data files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Queries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70 logical CSV rows (multiline instructions)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70 rows in record.csv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7091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Modalities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Metric, log, trace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4709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Local size on server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About 12 GB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010912"/>
            <a:ext cx="1083564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FFBE50"/>
                </a:solidFill>
                <a:latin typeface="Aptos"/>
              </a:defRPr>
            </a:pPr>
            <a:r>
              <a:t>The live PostgreSQL raw tables separately held 13,235,365 logs, 4,710,165</a:t>
            </a:r>
            <a:br/>
            <a:r>
              <a:t>metrics, and 7,594,730 traces. Do not assume those rows are the same exact</a:t>
            </a:r>
            <a:br/>
            <a:r>
              <a:t>evaluation snapshot; document provenance and joins before using them.</a:t>
            </a:r>
            <a:br/>
            <a:br/>
            <a:r>
              <a:t>CSV-aware parsing confirms 70 logical query rows, 70 records, 29 component</a:t>
            </a:r>
            <a:br/>
            <a:r>
              <a:t>labels, and 15 failure reasons. The dataset card and 20-file manifest preserve</a:t>
            </a:r>
            <a:br/>
            <a:r>
              <a:t>query/record checksums</a:t>
            </a:r>
            <a:br/>
            <a:r>
              <a:t>and the class distribution. Physical CSV counts are 15.46M metric, 25.77M log,</a:t>
            </a:r>
            <a:br/>
            <a:r>
              <a:t>and 18.16M trace data lines; logical parsing/cleaning counts remain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2. Prepare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F4F8FC"/>
                </a:solidFill>
                <a:latin typeface="Aptos"/>
              </a:defRPr>
            </a:pPr>
            <a:r>
              <a:t>The full pipeline currently performs:</a:t>
            </a:r>
            <a:br/>
            <a:br/>
            <a:r>
              <a:t>• Jira query parsing and incident-window construction;</a:t>
            </a:r>
            <a:br/>
            <a:r>
              <a:t>• validated dataset override, multi-date path selection, and metadata indexing;</a:t>
            </a:r>
            <a:br/>
            <a:r>
              <a:t>• metric/log/trace preprocessing and service linking;</a:t>
            </a:r>
            <a:br/>
            <a:r>
              <a:t>• a deterministic three-modality evidence gate before persistence;</a:t>
            </a:r>
            <a:br/>
            <a:r>
              <a:t>• investigation-context construction and explicit-opt-in database persistence.</a:t>
            </a:r>
            <a:br/>
            <a:br/>
            <a:r>
              <a:t>The CLI and Python API are non-writing by default. Only exact</a:t>
            </a:r>
            <a:br/>
            <a:r>
              <a:t>dry_run=False/--write-database permits writes; cross-midnight windows require</a:t>
            </a:r>
            <a:br/>
            <a:r>
              <a:t>every covered date folder, and invalid/non-finite metric values fail before an</a:t>
            </a:r>
            <a:br/>
            <a:r>
              <a:t>investigation can be created.</a:t>
            </a:r>
            <a:br/>
            <a:br/>
            <a:r>
              <a:t>Evidence gaps to close: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350008"/>
          <a:ext cx="10835640" cy="337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56235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Required report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56235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Time semantics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Jira timezone, epoch units, inclusive window rules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56235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Cleaning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Raw/kept/dropped rows per modality and reason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56235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Ground truth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Exact query/record join and component/reason/time fields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56235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Portability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Local data_root; no EC2-only hard-coded path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5623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Leakage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Fixed held-out query IDs before model/prompt tuning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833872"/>
            <a:ext cx="10835640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The live processed_logs, processed_metrics, and processed_traces tables were</a:t>
            </a:r>
            <a:br/>
            <a:r>
              <a:t>empty; the team must explain their intended 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3. Explore the Data 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No executed real-data EDA is preserved in the current repository. The tracked</a:t>
            </a:r>
            <a:br/>
            <a:r>
              <a:t>notebook is a four-cell mock starter with no output.</a:t>
            </a:r>
            <a:br/>
            <a:br/>
            <a:r>
              <a:t>Required final figures:</a:t>
            </a:r>
            <a:br/>
            <a:br/>
            <a:r>
              <a:t>1. queries/incidents by root component and reason;</a:t>
            </a:r>
            <a:br/>
            <a:r>
              <a:t>2. file and row coverage by date, service, KPI, and modality;</a:t>
            </a:r>
            <a:br/>
            <a:r>
              <a:t>3. missingness, duplicate rate, and timestamp-unit distribution;</a:t>
            </a:r>
            <a:br/>
            <a:r>
              <a:t>4. one aligned metric/log/trace incident window;</a:t>
            </a:r>
            <a:br/>
            <a:r>
              <a:t>5. telemetry coverage before and after preprocessing.</a:t>
            </a:r>
            <a:br/>
            <a:br/>
            <a:r>
              <a:t>Also resolve documentation contradictions: the research notes say trace IDs are</a:t>
            </a:r>
            <a:br/>
            <a:r>
              <a:t>absent while the tracked sample contains trace_id and span_id. Report the real</a:t>
            </a:r>
            <a:br/>
            <a:r>
              <a:t>Market schema, not the five-row sample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4. Analyze — choose the submitted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Two different paths coexist: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45919"/>
          <a:ext cx="10835637" cy="3255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108508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Path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Current behavior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Evidence state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1085087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Lightweight OpenRCA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Metric change-point z-score + fixed KPI/reason map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Mock + one metric-only real case reproduced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1085089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Full pipeline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Jira/local query + Market + PostgreSQL + modality agents + Gemini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One real multimodal local integration reproduced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010912"/>
            <a:ext cx="1083564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FBE50"/>
                </a:solidFill>
                <a:latin typeface="Aptos"/>
              </a:defRPr>
            </a:pPr>
            <a:r>
              <a:t>The team must name one submitted method and one baseline. If the full pipeline is</a:t>
            </a:r>
            <a:br/>
            <a:r>
              <a:t>the proposed method, use the lightweight deterministic method as a baseline and</a:t>
            </a:r>
            <a:br/>
            <a:r>
              <a:t>evaluate both on the same fixed real cases.</a:t>
            </a:r>
            <a:br/>
            <a:br/>
            <a:r>
              <a:t>Do not mix their output contracts or present the richer architecture as evaluated</a:t>
            </a:r>
            <a:br/>
            <a:r>
              <a:t>unless its predictions pass the scorer.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Full-pipeline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  Jira incident</a:t>
            </a:r>
            <a:br/>
            <a:r>
              <a:t>  │ parse + validate time/context</a:t>
            </a:r>
            <a:br/>
            <a:r>
              <a:t>  ▼</a:t>
            </a:r>
            <a:br/>
            <a:r>
              <a:t>  Market metric ─ log ─ trace telemetry</a:t>
            </a:r>
            <a:br/>
            <a:r>
              <a:t>  │ preprocess + link services</a:t>
            </a:r>
            <a:br/>
            <a:r>
              <a:t>  ▼</a:t>
            </a:r>
            <a:br/>
            <a:r>
              <a:t>  Three-modality evidence gate</a:t>
            </a:r>
            <a:br/>
            <a:r>
              <a:t>  │ dry-run ends safely / explicit write continues</a:t>
            </a:r>
            <a:br/>
            <a:r>
              <a:t>  ▼</a:t>
            </a:r>
            <a:br/>
            <a:r>
              <a:t>  InvestigationContext + PostgreSQL persistence</a:t>
            </a:r>
            <a:br/>
            <a:r>
              <a:t>  │</a:t>
            </a:r>
            <a:br/>
            <a:r>
              <a:t>  metric agent ─ log agent ─ trace agent</a:t>
            </a:r>
            <a:br/>
            <a:r>
              <a:t>  └───────────┬───────────┘</a:t>
            </a:r>
            <a:br/>
            <a:r>
              <a:t>  ▼</a:t>
            </a:r>
            <a:br/>
            <a:r>
              <a:t>  Gemini reasoning agent</a:t>
            </a:r>
            <a:br/>
            <a:r>
              <a:t>  │</a:t>
            </a:r>
            <a:br/>
            <a:r>
              <a:t>  evidence + RCA result</a:t>
            </a:r>
            <a:br/>
            <a:br/>
            <a:r>
              <a:t>The deterministic evidence checker is now wired before the production write</a:t>
            </a:r>
            <a:br/>
            <a:r>
              <a:t>boundary. It requires usable metric, log, and trace frames plus corresponding</a:t>
            </a:r>
            <a:br/>
            <a:r>
              <a:t>metadata; it rejects empty, all-null, malformed, and non-finite metric evidence.</a:t>
            </a:r>
            <a:br/>
            <a:r>
              <a:t>This is a software-safety result, not proof that the detector is accurate.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Evaluation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F4F8FC"/>
                </a:solidFill>
                <a:latin typeface="Aptos"/>
              </a:defRPr>
            </a:pPr>
            <a:r>
              <a:t>The current experiment runner evaluates one injected mock case. Baseline and</a:t>
            </a:r>
            <a:br/>
            <a:r>
              <a:t>proposed configuration both use mock telemetry, and the evaluator does not score</a:t>
            </a:r>
            <a:br/>
            <a:r>
              <a:t>timestamp correctness.</a:t>
            </a:r>
            <a:br/>
            <a:br/>
            <a:r>
              <a:t>Therefore, as of this review:</a:t>
            </a:r>
            <a:br/>
            <a:br/>
            <a:r>
              <a:t>• no verified real-case baseline accuracy;</a:t>
            </a:r>
            <a:br/>
            <a:r>
              <a:t>• no verified proposed-method accuracy;</a:t>
            </a:r>
            <a:br/>
            <a:r>
              <a:t>• no held-out split or ablation;</a:t>
            </a:r>
            <a:br/>
            <a:r>
              <a:t>• no statistical comparison or failure analysis;</a:t>
            </a:r>
            <a:br/>
            <a:r>
              <a:t>• no evidence-backed headline percentage.</a:t>
            </a:r>
            <a:br/>
            <a:br/>
            <a:r>
              <a:t>One read-only metric-only loader check is now preserved: Market task_6 expected</a:t>
            </a:r>
            <a:br/>
            <a:r>
              <a:t>shippingservice-1 / container read I/O load; the detector placed a related</a:t>
            </a:r>
            <a:br/>
            <a:r>
              <a:t>shipping-service instance only #4 and ranked node-6.currencyservice2-0 first.</a:t>
            </a:r>
            <a:br/>
            <a:r>
              <a:t>This is a method/instance-normalization failure, not a benchmark estimate.</a:t>
            </a:r>
            <a:br/>
            <a:br/>
            <a:r>
              <a:t>A separate real metric+log+trace dry-run prepared 160,750 / 175,481 / 94,875</a:t>
            </a:r>
            <a:br/>
            <a:r>
              <a:t>rows and passed the pre-write evidence gate without database writes. The same case</a:t>
            </a:r>
            <a:br/>
            <a:r>
              <a:t>then completed all 22 steps only after explicit write/agent opt-in against a</a:t>
            </a:r>
            <a:br/>
            <a:r>
              <a:t>loopback-only disposable database.</a:t>
            </a:r>
            <a:br/>
            <a:br/>
            <a:r>
              <a:t>Required result table: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350008"/>
          <a:ext cx="10835636" cy="3986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948"/>
                <a:gridCol w="1547948"/>
                <a:gridCol w="1547948"/>
                <a:gridCol w="1547948"/>
                <a:gridCol w="1547948"/>
                <a:gridCol w="1547948"/>
                <a:gridCol w="1547948"/>
              </a:tblGrid>
              <a:tr h="132892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Cases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Top-1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Top-3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Latency/cost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132892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Deterministic baseline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1328929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Full agent pipeline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Repaired local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The review branch fixes the immediate reproducibility failures:</a:t>
            </a:r>
            <a:br/>
            <a:br/>
            <a:r>
              <a:t>• invalid Python pseudocode replaced with explicit evidence contracts;</a:t>
            </a:r>
            <a:br/>
            <a:r>
              <a:t>• missing Gemini SDK dependency declared;</a:t>
            </a:r>
            <a:br/>
            <a:r>
              <a:t>• YAML LLM fields preserved while secrets stay in environment variables;</a:t>
            </a:r>
            <a:br/>
            <a:r>
              <a:t>• documented mock quickstart restored;</a:t>
            </a:r>
            <a:br/>
            <a:r>
              <a:t>• ordinary tests no longer prompt, call Jira/Gemini, or write PostgreSQL;</a:t>
            </a:r>
            <a:br/>
            <a:r>
              <a:t>• focused query/config/evidence regressions added.</a:t>
            </a:r>
            <a:br/>
            <a:br/>
            <a:r>
              <a:t>Verified repair-branch checks at review time:</a:t>
            </a:r>
            <a:br/>
            <a:br/>
            <a:r>
              <a:t>  compileall:       PASS</a:t>
            </a:r>
            <a:br/>
            <a:r>
              <a:t>  ordinary pytest: 78 passed; 19 live/mutating modules explicitly skipped</a:t>
            </a:r>
            <a:br/>
            <a:r>
              <a:t>  mock CLI:        PASS; top candidate = order-service</a:t>
            </a:r>
            <a:br/>
            <a:r>
              <a:t>  metric-only:     PASS; task_6 truth ranked #4 (top-1 miss)</a:t>
            </a:r>
            <a:br/>
            <a:r>
              <a:t>  full dry-run:    PASS; 3 modalities, database_writes=false</a:t>
            </a:r>
            <a:br/>
            <a:r>
              <a:t>  full integration: PASS; local disposable DB + Gemini, 2 RCA rows</a:t>
            </a:r>
            <a:br/>
            <a:br/>
            <a:r>
              <a:t>These verify software safety and real-data loading—not Market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Controlled full-pipeline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One development case, ground truth</a:t>
            </a:r>
            <a:br/>
            <a:r>
              <a:t>shippingservice-1 / container read I/O load: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35640" cy="3557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59283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Verified observation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59283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Prepared telemetry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160,750 metric; 175,481 log; 94,875 trace rows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59283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Dry-run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Evidence COMPLETE; 68.18 s; no DB writes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59283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Opt-in integration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211.03 s; 1 investigation; 17 evidence; 2 RCA rows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59283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Primary result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shippingservice-1; memory pressure → heavy reads → throttling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5928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Reason scoring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Pending canonical mapping to container read I/O load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422392"/>
            <a:ext cx="108356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FBE50"/>
                </a:solidFill>
                <a:latin typeface="Aptos"/>
              </a:defRPr>
            </a:pPr>
            <a:r>
              <a:t>The component localization matches this case. The free-text narrative mixes</a:t>
            </a:r>
            <a:br/>
            <a:r>
              <a:t>memory exhaustion with the labeled read-I/O reason, so this is an integration</a:t>
            </a:r>
            <a:br/>
            <a:r>
              <a:t>success—not a reason-accuracy claim. Gemini output is nondeterministic and the</a:t>
            </a:r>
            <a:br/>
            <a:r>
              <a:t>case was inspected during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UI and demo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The code contains Streamlit login/forms and incident listing, but OAuth was not</a:t>
            </a:r>
            <a:br/>
            <a:r>
              <a:t>configured on the audited host. The current report flow does not launch the RCA</a:t>
            </a:r>
            <a:br/>
            <a:r>
              <a:t>pipeline or display a saved root cause, and several dashboard totals/status</a:t>
            </a:r>
            <a:br/>
            <a:r>
              <a:t>messages are placeholders.</a:t>
            </a:r>
            <a:br/>
            <a:br/>
            <a:r>
              <a:t>Final demo should use a controlled path:</a:t>
            </a:r>
            <a:br/>
            <a:br/>
            <a:r>
              <a:t>1. select one fixed Market query and show its ground truth privately;</a:t>
            </a:r>
            <a:br/>
            <a:r>
              <a:t>2. display the extracted telemetry window and counts;</a:t>
            </a:r>
            <a:br/>
            <a:r>
              <a:t>3. run baseline, then the full method against a disposable/local database;</a:t>
            </a:r>
            <a:br/>
            <a:r>
              <a:t>4. show ranked evidence and prediction;</a:t>
            </a:r>
            <a:br/>
            <a:r>
              <a:t>5. reveal truth and scorer verdict;</a:t>
            </a:r>
            <a:br/>
            <a:r>
              <a:t>6. open the preserved result artifact.</a:t>
            </a:r>
            <a:br/>
            <a:br/>
            <a:r>
              <a:t>Fallback: saved run log/recording from the same commit. Label any mock or hardcoded</a:t>
            </a:r>
            <a:br/>
            <a:r>
              <a:t>UI element clearly.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Error analysis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For at least two failures and one representative success, show: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45919"/>
          <a:ext cx="1083564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67970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Was the correct service covered in all modalities/window?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Preparation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Were units, time zone, and component names normalized?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Agents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Which modality supported or contradicted the prediction?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Reasoning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Did Gemini overrule stronger deterministic evidence?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Did component/reason/time mapping match evaluator semantics?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833872"/>
            <a:ext cx="10835640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Classify failures before changing prompts or thresholds. Freeze the evaluation set</a:t>
            </a:r>
            <a:br/>
            <a:r>
              <a:t>first, and keep all per-case outputs so improvements are auditable.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Limitations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• One real-case runtime was measured; multi-case Market accuracy and cost were not.</a:t>
            </a:r>
            <a:br/>
            <a:r>
              <a:t>• Full-pipeline writes are explicit opt-in and still must target the disposable</a:t>
            </a:r>
            <a:br/>
            <a:r>
              <a:t>local database before any live-server run.</a:t>
            </a:r>
            <a:br/>
            <a:r>
              <a:t>• Portable CLI overrides now work, but tracked YAML still contains</a:t>
            </a:r>
            <a:br/>
            <a:r>
              <a:t>/home/ubuntu/Market; Streamlit OAuth was not configured on the host.</a:t>
            </a:r>
            <a:br/>
            <a:r>
              <a:t>• Large SQL dumps were older than the live DB and are not current backups.</a:t>
            </a:r>
            <a:br/>
            <a:r>
              <a:t>• Raw and processed DB table semantics need clarification.</a:t>
            </a:r>
            <a:br/>
            <a:r>
              <a:t>• UI readiness messages cannot substitute for dependency health.</a:t>
            </a:r>
            <a:br/>
            <a:r>
              <a:t>• LLM reasoning needs deterministic validation, failure handling, and cost/latency.</a:t>
            </a:r>
            <a:br/>
            <a:br/>
            <a:r>
              <a:t>Security gate: keep .env, API tokens, passwords, PEM files, private endpoints,</a:t>
            </a:r>
            <a:br/>
            <a:r>
              <a:t>DB dumps, and telemetry outside Git, slides, Slack, and screenshots.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5. Communicate the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108356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4F8FC"/>
                </a:solidFill>
                <a:latin typeface="Aptos"/>
              </a:defRPr>
            </a:pPr>
            <a:r>
              <a:t>Every claim should point to evidence: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45919"/>
          <a:ext cx="10835640" cy="3255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6503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Claim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A1422"/>
                          </a:solidFill>
                          <a:latin typeface="Aptos"/>
                        </a:defRPr>
                      </a:pPr>
                      <a:r>
                        <a:t>Required artifact</a:t>
                      </a:r>
                    </a:p>
                  </a:txBody>
                  <a:tcPr marL="64008" marR="64008" marT="36576" marB="36576" anchor="ctr">
                    <a:solidFill>
                      <a:srgbClr val="3A96FF"/>
                    </a:solidFill>
                  </a:tcPr>
                </a:tc>
              </a:tr>
              <a:tr h="46503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Market scope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Dataset card + checksum + manifest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6503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Preparation quality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Before/after counts + schema report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46503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Method behavior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Versioned configuration + architecture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6503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Per-case predictions + scorer output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  <a:tr h="465037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LLM benefit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Baseline/proposed comparison + ablation</a:t>
                      </a:r>
                    </a:p>
                  </a:txBody>
                  <a:tcPr marL="64008" marR="64008" marT="36576" marB="36576" anchor="ctr">
                    <a:solidFill>
                      <a:srgbClr val="142234"/>
                    </a:solidFill>
                  </a:tcPr>
                </a:tc>
              </a:tr>
              <a:tr h="46504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Reproducibility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4F8FC"/>
                          </a:solidFill>
                          <a:latin typeface="Aptos"/>
                        </a:defRPr>
                      </a:pPr>
                      <a:r>
                        <a:t>Fresh-run log + commit SHA</a:t>
                      </a:r>
                    </a:p>
                  </a:txBody>
                  <a:tcPr marL="64008" marR="64008" marT="36576" marB="36576" anchor="ctr"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010912"/>
            <a:ext cx="1083564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450" b="0">
                <a:solidFill>
                  <a:srgbClr val="FFBE50"/>
                </a:solidFill>
                <a:latin typeface="Aptos"/>
              </a:defRPr>
            </a:pPr>
            <a:r>
              <a:t>Recommended 10–12 minute story:</a:t>
            </a:r>
            <a:br/>
            <a:br/>
            <a:r>
              <a:t>problem → Market data → preparation/EDA → deterministic baseline → full agent</a:t>
            </a:r>
            <a:br/>
            <a:r>
              <a:t>method → controlled evaluation → errors → demo → limitations → next step</a:t>
            </a:r>
            <a:br/>
            <a:br/>
            <a:r>
              <a:t>Do not spend presentation time on unconnected UI screens at the expense of data,</a:t>
            </a:r>
            <a:br/>
            <a:r>
              <a:t>method, or result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Completeness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• [x] Market dataset card plus 20-file byte/SHA-256 manifest.</a:t>
            </a:r>
            <a:br/>
            <a:r>
              <a:t>• [ ] Real-data preparation report and executed EDA figures.</a:t>
            </a:r>
            <a:br/>
            <a:r>
              <a:t>• [ ] One chosen submitted method, baseline, split, and metric definition.</a:t>
            </a:r>
            <a:br/>
            <a:r>
              <a:t>• [x] Metric-only loader/time-window contract tested on one real case.</a:t>
            </a:r>
            <a:br/>
            <a:r>
              <a:t>• [x] Full method run once against a disposable/local DB with no live write.</a:t>
            </a:r>
            <a:br/>
            <a:r>
              <a:t>• [ ] Per-case result table, ablation, two failures, one success.</a:t>
            </a:r>
            <a:br/>
            <a:r>
              <a:t>• [ ] UI/demo displays a real saved RCA or is scoped honestly.</a:t>
            </a:r>
            <a:br/>
            <a:r>
              <a:t>• [ ] Fresh-clone setup/run log and dependency/config manifest.</a:t>
            </a:r>
            <a:br/>
            <a:r>
              <a:t>• [ ] Citations, contributions, security, and limitations reviewed.</a:t>
            </a:r>
            <a:br/>
            <a:br/>
            <a:r>
              <a:t>Completeness means that a teacher can trace dataset → query → telemetry → method</a:t>
            </a:r>
            <a:br/>
            <a:r>
              <a:t>→ prediction → ground truth → score without receiving a secret.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WHAT EXISTS</a:t>
            </a:r>
            <a:br/>
            <a:br/>
            <a:r>
              <a:t>A broad Jira/telemetry/database/agent implementation, a safe mock baseline, and</a:t>
            </a:r>
            <a:br/>
            <a:r>
              <a:t>one controlled real multimodal integration run.</a:t>
            </a:r>
            <a:br/>
            <a:br/>
            <a:r>
              <a:t>WHAT THE EVIDENCE CURRENTLY SAYS</a:t>
            </a:r>
            <a:br/>
            <a:br/>
            <a:r>
              <a:t>Software repair and one-case integration checks pass, but no multi-case Market</a:t>
            </a:r>
            <a:br/>
            <a:r>
              <a:t>evaluation supports an accuracy claim yet.</a:t>
            </a:r>
            <a:br/>
            <a:br/>
            <a:r>
              <a:t>BEFORE THE FINAL SESSION</a:t>
            </a:r>
            <a:br/>
            <a:br/>
            <a:r>
              <a:t>1. freeze a small held-out Market manifest;</a:t>
            </a:r>
            <a:br/>
            <a:r>
              <a:t>2. generate preparation/EDA evidence;</a:t>
            </a:r>
            <a:br/>
            <a:r>
              <a:t>3. choose baseline versus submitted method;</a:t>
            </a:r>
            <a:br/>
            <a:r>
              <a:t>4. resolve/score replica normalization exposed by task_6;</a:t>
            </a:r>
            <a:br/>
            <a:r>
              <a:t>5. score multiple frozen cases with canonical reason/component normalization;</a:t>
            </a:r>
            <a:br/>
            <a:r>
              <a:t>6. preserve per-case outputs, model/version, latency, and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270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Appendix — reproducibility and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1234440" cy="50292"/>
          </a:xfrm>
          <a:prstGeom prst="rect">
            <a:avLst/>
          </a:prstGeom>
          <a:solidFill>
            <a:srgbClr val="3A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097280"/>
            <a:ext cx="10991088" cy="5221223"/>
          </a:xfrm>
          <a:prstGeom prst="roundRect">
            <a:avLst/>
          </a:prstGeom>
          <a:solidFill>
            <a:srgbClr val="142234"/>
          </a:solidFill>
          <a:ln>
            <a:solidFill>
              <a:srgbClr val="22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10625328" cy="50383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1550" b="0">
                <a:solidFill>
                  <a:srgbClr val="F4F8FC"/>
                </a:solidFill>
                <a:latin typeface="Aptos"/>
              </a:defRPr>
            </a:pPr>
            <a:r>
              <a:t>Record in the final deck:</a:t>
            </a:r>
            <a:br/>
            <a:br/>
            <a:r>
              <a:t>  Repository: github.com/ThienHuynhNgoc/OpenRCA_DTH</a:t>
            </a:r>
            <a:br/>
            <a:r>
              <a:t>  Branch:     codex/dth-capstone-review-2026-08-09</a:t>
            </a:r>
            <a:br/>
            <a:r>
              <a:t>  Code commit: 3f99de3</a:t>
            </a:r>
            <a:br/>
            <a:r>
              <a:t>  Dataset:    docs/review/market_cloudbed1_file_manifest_2026-08-09.tsv</a:t>
            </a:r>
            <a:br/>
            <a:r>
              <a:t>  Command:    &lt;exact baseline and full-method commands&gt;</a:t>
            </a:r>
            <a:br/>
            <a:r>
              <a:t>  Results:    docs/review/full_pipeline_local_integration_2026-08-09.md</a:t>
            </a:r>
            <a:br/>
            <a:br/>
            <a:r>
              <a:t>Primary sources:</a:t>
            </a:r>
            <a:br/>
            <a:br/>
            <a:r>
              <a:t>• Microsoft OpenRCA repository: https://github.com/microsoft/OpenRCA</a:t>
            </a:r>
            <a:br/>
            <a:r>
              <a:t>• OpenRCA paper, ICLR 2025: https://openreview.net/forum?id=M4qNIzQYpd</a:t>
            </a:r>
            <a:br/>
            <a:br/>
            <a:r>
              <a:t>Add canonical citations for comparison methods. The upstream paper's reported</a:t>
            </a:r>
            <a:br/>
            <a:r>
              <a:t>accuracy is not this team's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046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AEC0D2"/>
                </a:solidFill>
                <a:latin typeface="Aptos"/>
              </a:defRPr>
            </a:pPr>
            <a:r>
              <a:t>OpenRCA • DTH • 9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AEC0D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DTH OpenRCA capstone review</dc:title>
  <dc:subject>Evidence-first capstone presentation</dc:subject>
  <dc:creator>OpenRCA capstone teaching review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